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 captured 23 October analysis for 24 October. OSM/OpenFreeMap attribution remains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stored recommendations. Extracts contain geography. Weather refreshes under source cache TTLs. Road and industry proximity are proxies; AQ is regional modeled US AQI.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D38"/>
                </a:solidFill>
              </a:rPr>
              <a:t>geolens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881360" y="228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D72"/>
                </a:solidFill>
              </a:rPr>
              <a:t>1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2D38"/>
                </a:solidFill>
              </a:rPr>
              <a:t>A place and an hour, backed by evidence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D72"/>
                </a:solidFill>
              </a:rPr>
              <a:t>PUBLIC CORE  |  23 OCT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212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42D38"/>
                </a:solidFill>
              </a:rPr>
              <a:t>Compare actual outdoor locations across complete activity windows.</a:t>
            </a:r>
            <a:endParaRPr lang="en-US" sz="2300" dirty="0"/>
          </a:p>
          <a:p>
            <a:pPr indent="0" marL="0">
              <a:buNone/>
            </a:pP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42D38"/>
                </a:solidFill>
              </a:rPr>
              <a:t>A synchronized map, venue × hour surface and inspectable scoring make the trade-offs visible.</a:t>
            </a:r>
            <a:endParaRPr lang="en-US" sz="2300" dirty="0"/>
          </a:p>
          <a:p>
            <a:pPr indent="0" marL="0">
              <a:buNone/>
            </a:pP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42D38"/>
                </a:solidFill>
              </a:rPr>
              <a:t>Ten activities. English and Hindi. One open-weights SLM.</a:t>
            </a:r>
            <a:endParaRPr lang="en-US" sz="2300" dirty="0"/>
          </a:p>
        </p:txBody>
      </p:sp>
      <p:pic>
        <p:nvPicPr>
          <p:cNvPr id="7" name="Image 0" descr="C:\Users\manna\Documents\Projects\28 GEO AI\output\playwright\chat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2057400"/>
            <a:ext cx="5532120" cy="34564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26480" y="5623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D72"/>
                </a:solidFill>
              </a:rPr>
              <a:t>Actual Lonavala query through the conversational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D38"/>
                </a:solidFill>
              </a:rPr>
              <a:t>geolens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881360" y="228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D72"/>
                </a:solidFill>
              </a:rPr>
              <a:t>2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2D38"/>
                </a:solidFill>
              </a:rPr>
              <a:t>What changes when you leave later?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D72"/>
                </a:solidFill>
              </a:rPr>
              <a:t>PUBLIC CORE  |  23 OCT 2026</a:t>
            </a:r>
            <a:endParaRPr lang="en-US" sz="900" dirty="0"/>
          </a:p>
        </p:txBody>
      </p:sp>
      <p:pic>
        <p:nvPicPr>
          <p:cNvPr id="6" name="Image 0" descr="C:\Users\manna\Documents\Projects\28 GEO AI\output\playwright\chat-follow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731520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0" y="201168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42D38"/>
                </a:solidFill>
              </a:rPr>
              <a:t>Lonavala follow-up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2D38"/>
                </a:solidFill>
              </a:rPr>
              <a:t>07:00 → 09:00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2D38"/>
                </a:solidFill>
              </a:rPr>
              <a:t>The typed conversation retains location and hiking activity while recomputing the requested time.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2D38"/>
                </a:solidFill>
              </a:rPr>
              <a:t>The inspector exposes actual conditions and contribution changes.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2D38"/>
                </a:solidFill>
              </a:rPr>
              <a:t>Forecasts and heuristic points, not measured exposure or confidence.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D38"/>
                </a:solidFill>
              </a:rPr>
              <a:t>geolens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881360" y="228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D72"/>
                </a:solidFill>
              </a:rPr>
              <a:t>3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2D38"/>
                </a:solidFill>
              </a:rPr>
              <a:t>Live retrieval, grounded computation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D72"/>
                </a:solidFill>
              </a:rPr>
              <a:t>PUBLIC CORE  |  23 OCT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607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42D38"/>
                </a:solidFill>
              </a:rPr>
              <a:t>Question → Qwen SLM interpretation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42D38"/>
                </a:solidFill>
              </a:rPr>
              <a:t>Geocoding → OSM venues or attributed Geofabrik fallback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42D38"/>
                </a:solidFill>
              </a:rPr>
              <a:t>Hourly forecast + CAMS regional air quality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42D38"/>
                </a:solidFill>
              </a:rPr>
              <a:t>Geometry, full-window restrictions and suitability scoring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42D38"/>
                </a:solidFill>
              </a:rPr>
              <a:t>SLM option and evidence selection → predicate validation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42D38"/>
                </a:solidFill>
              </a:rPr>
              <a:t>Independent JSON API → synchronized website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D38"/>
                </a:solidFill>
              </a:rPr>
              <a:t>geolens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881360" y="228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D72"/>
                </a:solidFill>
              </a:rPr>
              <a:t>4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2D38"/>
                </a:solidFill>
              </a:rPr>
              <a:t>One small model, two substantive tasks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D72"/>
                </a:solidFill>
              </a:rPr>
              <a:t>PUBLIC CORE  |  23 OCT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789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Qwen3.5-2B  |  Apache-2.0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2,213,241,664 parameters loaded by the inference class.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1. Interpret activity, place, time, constraints and follow-up patches.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2. Select eligible options and verifiable comparative evidence.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One existing Modal endpoint in production; local CPU runtime for development.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Public checkpoint: huggingface.co/manavmodi/geolens-geoai-2026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Public-ID load and generation passed with SHA-verified cached weights.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D38"/>
                </a:solidFill>
              </a:rPr>
              <a:t>geolens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881360" y="228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D72"/>
                </a:solidFill>
              </a:rPr>
              <a:t>5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2D38"/>
                </a:solidFill>
              </a:rPr>
              <a:t>Measured behavior and resource limits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D72"/>
                </a:solidFill>
              </a:rPr>
              <a:t>PUBLIC CORE  |  23 OCT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789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82 local correctness tests pass; frontend production build passes.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All ten activities: public Bengaluru queries returned HTTP 200.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Warm complete public queries: 1.8–6.3 seconds in this small sample.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Cold model response: 57.5 s. Warm Hindi interpretation: 1.1 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VPS API: 198 MiB observed; capped at 512 MiB / 0.4 CPU.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Samples do not establish p95. First generated token was not measured.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Modal: zero minimum replicas, one maximum, 300-second idle delay.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D38"/>
                </a:solidFill>
              </a:rPr>
              <a:t>geolens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881360" y="228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D72"/>
                </a:solidFill>
              </a:rPr>
              <a:t>6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2D38"/>
                </a:solidFill>
              </a:rPr>
              <a:t>Public release and scientific limits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D72"/>
                </a:solidFill>
              </a:rPr>
              <a:t>PUBLIC CORE  |  23 OCT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789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Website / API: geo.setuconsultants.in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Code: github.com/stupiduck/geolens-geoai-2026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Model: huggingface.co/manavmodi/geolens-geoai-2026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No live traffic, verified complete routes, guaranteed opening hours or medical clearance. Historical satellite imagery is context only.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Optional Tavily notices and contrast updates are local/source-only for review. Screens shown are genuine local captures.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42D38"/>
                </a:solidFill>
              </a:rPr>
              <a:t>Coding AI: OpenAI Codex. No sub-agents.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Oraik Systems LLP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GeoLens</dc:title>
  <dc:subject>GeoLens implementation and measured verification</dc:subject>
  <dc:creator>Oraik Systems LLP</dc:creator>
  <cp:lastModifiedBy>Oraik Systems LLP</cp:lastModifiedBy>
  <cp:revision>1</cp:revision>
  <dcterms:created xsi:type="dcterms:W3CDTF">2026-10-23T04:44:13Z</dcterms:created>
  <dcterms:modified xsi:type="dcterms:W3CDTF">2026-10-23T04:44:13Z</dcterms:modified>
</cp:coreProperties>
</file>