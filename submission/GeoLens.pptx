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captured 23 October analysis for 24 October. OSM/OpenFreeMap attribution remains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stored recommendations. Extracts contain geography. Weather refreshes under source cache TTLs. Road and industry proximity are proxies; AQ is regional modeled US AQI.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D38"/>
                </a:solidFill>
              </a:rPr>
              <a:t>geolens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88136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D72"/>
                </a:solidFill>
              </a:rPr>
              <a:t>1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2D38"/>
                </a:solidFill>
              </a:rPr>
              <a:t>A place and an hour, backed by evidence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D72"/>
                </a:solidFill>
              </a:rPr>
              <a:t>LOCAL PROTOTYPE  |  23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42D38"/>
                </a:solidFill>
              </a:rPr>
              <a:t>Compare actual outdoor locations across complete activity windows.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42D38"/>
                </a:solidFill>
              </a:rPr>
              <a:t>A synchronized map, venue × hour surface and inspectable scoring make the trade-offs visible.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42D38"/>
                </a:solidFill>
              </a:rPr>
              <a:t>Ten activities. English and Hindi. One local open-weights SLM.</a:t>
            </a:r>
            <a:endParaRPr lang="en-US" sz="2300" dirty="0"/>
          </a:p>
        </p:txBody>
      </p:sp>
      <p:pic>
        <p:nvPicPr>
          <p:cNvPr id="7" name="Image 0" descr="C:\Users\manna\Documents\Projects\28 GEO AI\output\playwright\cha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057400"/>
            <a:ext cx="5532120" cy="34564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D72"/>
                </a:solidFill>
              </a:rPr>
              <a:t>Actual Lonavala query through the conversational interface.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D38"/>
                </a:solidFill>
              </a:rPr>
              <a:t>geolens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88136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D72"/>
                </a:solidFill>
              </a:rPr>
              <a:t>2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2D38"/>
                </a:solidFill>
              </a:rPr>
              <a:t>What changes when you leave later?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D72"/>
                </a:solidFill>
              </a:rPr>
              <a:t>LOCAL PROTOTYPE  |  23 OCT 2026</a:t>
            </a:r>
            <a:endParaRPr lang="en-US" sz="900" dirty="0"/>
          </a:p>
        </p:txBody>
      </p:sp>
      <p:pic>
        <p:nvPicPr>
          <p:cNvPr id="6" name="Image 0" descr="C:\Users\manna\Documents\Projects\28 GEO AI\output\playwright\chat-follow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73152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201168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2D38"/>
                </a:solidFill>
              </a:rPr>
              <a:t>Lonavala follow-up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2D38"/>
                </a:solidFill>
              </a:rPr>
              <a:t>07:00 → 09:00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2D38"/>
                </a:solidFill>
              </a:rPr>
              <a:t>The typed conversation retains location and hiking activity while recomputing the requested time.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2D38"/>
                </a:solidFill>
              </a:rPr>
              <a:t>The inspector exposes actual conditions and contribution changes.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2D38"/>
                </a:solidFill>
              </a:rPr>
              <a:t>Forecasts and heuristic points, not measured exposure or confidence.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D38"/>
                </a:solidFill>
              </a:rPr>
              <a:t>geolens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88136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D72"/>
                </a:solidFill>
              </a:rPr>
              <a:t>3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2D38"/>
                </a:solidFill>
              </a:rPr>
              <a:t>Live retrieval, grounded computation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D72"/>
                </a:solidFill>
              </a:rPr>
              <a:t>LOCAL PROTOTYPE  |  23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42D38"/>
                </a:solidFill>
              </a:rPr>
              <a:t>Question → local SLM interpretation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42D38"/>
                </a:solidFill>
              </a:rPr>
              <a:t>Geocoding → OSM venues or attributed Geofabrik fallback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42D38"/>
                </a:solidFill>
              </a:rPr>
              <a:t>Hourly forecast + CAMS regional air quality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42D38"/>
                </a:solidFill>
              </a:rPr>
              <a:t>Geometry, full-window restrictions and suitability scoring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42D38"/>
                </a:solidFill>
              </a:rPr>
              <a:t>SLM option and evidence selection → predicate validation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42D38"/>
                </a:solidFill>
              </a:rPr>
              <a:t>Independent JSON API → synchronized website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D38"/>
                </a:solidFill>
              </a:rPr>
              <a:t>geolens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88136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D72"/>
                </a:solidFill>
              </a:rPr>
              <a:t>4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2D38"/>
                </a:solidFill>
              </a:rPr>
              <a:t>One small model, two substantive tasks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D72"/>
                </a:solidFill>
              </a:rPr>
              <a:t>LOCAL PROTOTYPE  |  23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Qwen3.5-2B  |  Apache-2.0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2,274,069,824 parameters in the full original release.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1. Interpret activity, place, time, constraints and follow-up patches.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2. Select eligible options and verifiable comparative evidence.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Pinned Q4_K_M runtime, 2 CPU threads, 2K context, thinking off.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Original-format weights, tokenizer, config and licence staged locally.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Public Hugging Face publication and clean public load remain release gates.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D38"/>
                </a:solidFill>
              </a:rPr>
              <a:t>geolens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88136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D72"/>
                </a:solidFill>
              </a:rPr>
              <a:t>5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2D38"/>
                </a:solidFill>
              </a:rPr>
              <a:t>Measured on the local machine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D72"/>
                </a:solidFill>
              </a:rPr>
              <a:t>LOCAL PROTOTYPE  |  23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42D38"/>
                </a:solidFill>
              </a:rPr>
              <a:t>71 correctness tests pass across all ten activity profiles.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42D38"/>
                </a:solidFill>
              </a:rPr>
              <a:t>Two concurrent requests: 8.2–9.2 seconds, both HTTP 200.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42D38"/>
                </a:solidFill>
              </a:rPr>
              <a:t>Five concurrent requests: 17.3–21.0 seconds, all HTTP 200.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42D38"/>
                </a:solidFill>
              </a:rPr>
              <a:t>Observed model working set: about 1.5–2.0 GiB in these runs.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42D38"/>
                </a:solidFill>
              </a:rPr>
              <a:t>Ryzen AI 9 HX 370, Windows, 2 inference threads. These small samples do not establish p95 or production capacity. Linux container limits require deployment verification.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D38"/>
                </a:solidFill>
              </a:rPr>
              <a:t>geolens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881360" y="228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D72"/>
                </a:solidFill>
              </a:rPr>
              <a:t>6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2D38"/>
                </a:solidFill>
              </a:rPr>
              <a:t>Release gates and scientific limits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D72"/>
                </a:solidFill>
              </a:rPr>
              <a:t>LOCAL PROTOTYPE  |  23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Ready locally: API, website, model inference, genuine data fallback, tests and reproducibility files.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Still required: chosen public GitHub/HF identities, successful public model load, authorized isolated deployment, externally verified API and judging-window uptime.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No live traffic, verified complete routes, guaranteed opening hours or medical clearance. Historical satellite imagery is context only.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2D38"/>
                </a:solidFill>
              </a:rPr>
              <a:t>AI coding disclosure: OpenAI Codex. No sub-agents. No paid/private runtime inference or data API.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Oraik Systems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GeoLens</dc:title>
  <dc:subject>GeoLens local implementation and measured verification</dc:subject>
  <dc:creator>Oraik Systems LLP</dc:creator>
  <cp:lastModifiedBy>Oraik Systems LLP</cp:lastModifiedBy>
  <cp:revision>1</cp:revision>
  <dcterms:created xsi:type="dcterms:W3CDTF">2026-10-23T03:40:08Z</dcterms:created>
  <dcterms:modified xsi:type="dcterms:W3CDTF">2026-10-23T03:40:08Z</dcterms:modified>
</cp:coreProperties>
</file>